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5DC"/>
    <a:srgbClr val="FBFBD7"/>
    <a:srgbClr val="FBFED4"/>
    <a:srgbClr val="F3F2D2"/>
    <a:srgbClr val="F1F0CC"/>
    <a:srgbClr val="EFEEC4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6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0D0AE5-1444-44C5-A6BD-D9D7C7DE6C77}" type="datetimeFigureOut">
              <a:rPr lang="ko-KR" altLang="en-US" smtClean="0"/>
              <a:t>2020-02-21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814F89-4B80-45FF-B439-81A69E86FC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6448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2FE45D-B6D5-4E71-9042-DF9E2A3C44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C58A34B-7D2C-47E5-B19F-8D4F56B3C2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E06B7F-D3CD-467D-A86B-60DFCEF79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9B43B-D3FA-48E7-92ED-9924A76F9674}" type="datetimeFigureOut">
              <a:rPr lang="ko-KR" altLang="en-US" smtClean="0"/>
              <a:t>2020-02-21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6A609CE-E51A-49D5-B207-159A1911D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629183-FF6F-42CB-88B2-BFC22A280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9B185-2525-4889-BACA-F160751B6A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3696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BDB6E3-9B72-44FA-9FB7-B6DD34128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8D0840-06A1-46FE-8152-69CA1A6B2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9A4A81-673A-4D2A-A062-1B3E77756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9B43B-D3FA-48E7-92ED-9924A76F9674}" type="datetimeFigureOut">
              <a:rPr lang="ko-KR" altLang="en-US" smtClean="0"/>
              <a:t>2020-02-21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F0B112-C401-4457-8E09-7987E34CD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167581-B251-4255-861C-72F5C3970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9B185-2525-4889-BACA-F160751B6A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0127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C33EEF-DEF2-415C-9188-0E1F685ED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2CAADE1-467C-4F7A-84FE-ECD61E09DB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407B40-B1E4-4846-9B6A-06D0255A8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9B43B-D3FA-48E7-92ED-9924A76F9674}" type="datetimeFigureOut">
              <a:rPr lang="ko-KR" altLang="en-US" smtClean="0"/>
              <a:t>2020-02-21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91E430-2945-4280-A790-0AF716AE9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A369A3-C2A7-4082-BFED-93E8E5CB6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9B185-2525-4889-BACA-F160751B6A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9514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8864FC-B899-4F24-8938-A8A6B5DC9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8733275-99F6-411A-97A3-9E5D5BBB9F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C9D44A3-A794-4F84-8073-7D4ED278DC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9D361DB-FBD7-4306-96DE-C75235613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9B43B-D3FA-48E7-92ED-9924A76F9674}" type="datetimeFigureOut">
              <a:rPr lang="ko-KR" altLang="en-US" smtClean="0"/>
              <a:t>2020-02-21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57FDF2E-E35D-435F-BDF8-FA16EC845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B917EDC-700B-4EF5-B72B-3134F84DB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9B185-2525-4889-BACA-F160751B6A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8575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0D2295-2CD3-42D8-915F-134896958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0726CBE-63B5-4461-A194-4755C91F08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60BB65A-2391-4A69-B24E-9AA27EC29C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F24CE2E-A9A0-498B-B051-5761E995BE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F450386-C304-40A7-B94E-8A72252B1C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C0EF29C-0805-4870-98B8-EC0A84CB1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9B43B-D3FA-48E7-92ED-9924A76F9674}" type="datetimeFigureOut">
              <a:rPr lang="ko-KR" altLang="en-US" smtClean="0"/>
              <a:t>2020-02-21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F9CA6DA-DC4B-48A2-8FA2-2D79CCF57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4F9F51B-6AC4-48CE-9C4B-4BE3B6F1E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9B185-2525-4889-BACA-F160751B6A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6768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62038B-5E97-44AD-817B-9414575C5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F1AA6EB-FDEB-4894-AF78-A95EF7E8B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9B43B-D3FA-48E7-92ED-9924A76F9674}" type="datetimeFigureOut">
              <a:rPr lang="ko-KR" altLang="en-US" smtClean="0"/>
              <a:t>2020-02-21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A273692-DEBB-4BBA-BC5A-20B25D893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A1B2D4C-575A-4987-9104-A1465F7AB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9B185-2525-4889-BACA-F160751B6A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1653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4FCCFAA-E080-4841-B1C4-196E4FCE2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9B43B-D3FA-48E7-92ED-9924A76F9674}" type="datetimeFigureOut">
              <a:rPr lang="ko-KR" altLang="en-US" smtClean="0"/>
              <a:t>2020-02-21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DDA55A4-EDCE-4E1F-88C6-1E184140A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E96243-07E2-4161-B327-E1B94D389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9B185-2525-4889-BACA-F160751B6A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8893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BFACBC-C515-4022-A66C-B9DD3404D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49E7CA-6A16-4750-B274-16F117883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5B29A13-45A3-410D-A740-A46F681E70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26A1ED7-67C7-4025-BEFE-24282EAD1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9B43B-D3FA-48E7-92ED-9924A76F9674}" type="datetimeFigureOut">
              <a:rPr lang="ko-KR" altLang="en-US" smtClean="0"/>
              <a:t>2020-02-21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5C35A1B-A289-4664-846F-611663A30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05083A6-AF62-4857-9634-A59082270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9B185-2525-4889-BACA-F160751B6A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9392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18B7C4-6C17-4CD7-8C37-B826B434F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6D5B8B4-E521-4F04-A0A2-1B3CD948F5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1542A1A-C7C6-43B1-A48D-31C92E3769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DDD13F-DB8A-47B5-ABD8-9AEC3B4B8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9B43B-D3FA-48E7-92ED-9924A76F9674}" type="datetimeFigureOut">
              <a:rPr lang="ko-KR" altLang="en-US" smtClean="0"/>
              <a:t>2020-02-21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6FDE726-2E38-4791-8288-DEBE5B43E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8F13031-14FB-4144-B54F-4A5D800F8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9B185-2525-4889-BACA-F160751B6A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1708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05E964-E282-4B86-8523-6A088915D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A1D69F9-5524-4630-8431-932BEB5965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2BF1B0-8D12-4BB9-866C-C644A5B39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9B43B-D3FA-48E7-92ED-9924A76F9674}" type="datetimeFigureOut">
              <a:rPr lang="ko-KR" altLang="en-US" smtClean="0"/>
              <a:t>2020-02-21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DD55CC-CD6A-49D1-92F6-04FFA6719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4A1303-983D-4078-92E3-90323DA1B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9B185-2525-4889-BACA-F160751B6A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9142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7CDA388-F859-4A38-B1F1-A9B54F0A89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6418DFA-68D2-49C6-9031-4DFB2E6FD2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9AD2BE-BED1-4CE8-9D99-08D3E69DF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9B43B-D3FA-48E7-92ED-9924A76F9674}" type="datetimeFigureOut">
              <a:rPr lang="ko-KR" altLang="en-US" smtClean="0"/>
              <a:t>2020-02-21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0A2393-0B82-4532-94A6-389B03FB4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AFCD9A-1E29-4D34-A658-1A77A2D92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9B185-2525-4889-BACA-F160751B6A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151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2631324-889D-4872-A543-85545875A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0D18471-14E1-438C-870C-30BADBB93B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040618-746B-48AD-A3DB-F4C46C1A7F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9B43B-D3FA-48E7-92ED-9924A76F9674}" type="datetimeFigureOut">
              <a:rPr lang="ko-KR" altLang="en-US" smtClean="0"/>
              <a:t>2020-02-21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1A739A-72F3-42BD-8B75-794A9AC66B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2DA247-14BA-429A-8F44-F317E68C2D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79B185-2525-4889-BACA-F160751B6A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4877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C8729BE-AB31-4E9B-A2B8-913EBA6DDAC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770C2C1-0F77-4E83-9C6F-ADC12A91EE61}"/>
              </a:ext>
            </a:extLst>
          </p:cNvPr>
          <p:cNvSpPr/>
          <p:nvPr/>
        </p:nvSpPr>
        <p:spPr>
          <a:xfrm>
            <a:off x="187942" y="1702965"/>
            <a:ext cx="2386669" cy="4643306"/>
          </a:xfrm>
          <a:prstGeom prst="roundRect">
            <a:avLst>
              <a:gd name="adj" fmla="val 3717"/>
            </a:avLst>
          </a:prstGeom>
          <a:solidFill>
            <a:srgbClr val="F5F5DC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42D4978-E613-4F58-865B-E5E139EBC306}"/>
              </a:ext>
            </a:extLst>
          </p:cNvPr>
          <p:cNvSpPr/>
          <p:nvPr/>
        </p:nvSpPr>
        <p:spPr>
          <a:xfrm>
            <a:off x="486561" y="2353111"/>
            <a:ext cx="1789433" cy="2759980"/>
          </a:xfrm>
          <a:prstGeom prst="rect">
            <a:avLst/>
          </a:prstGeom>
          <a:solidFill>
            <a:srgbClr val="F5F5DC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A303B22-0EBC-41EB-825D-2953C466F2B9}"/>
              </a:ext>
            </a:extLst>
          </p:cNvPr>
          <p:cNvSpPr/>
          <p:nvPr/>
        </p:nvSpPr>
        <p:spPr>
          <a:xfrm>
            <a:off x="486562" y="1967218"/>
            <a:ext cx="1789432" cy="385893"/>
          </a:xfrm>
          <a:prstGeom prst="rect">
            <a:avLst/>
          </a:prstGeom>
          <a:solidFill>
            <a:srgbClr val="F5F5DC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 dirty="0">
                <a:solidFill>
                  <a:schemeClr val="tx1"/>
                </a:solidFill>
              </a:rPr>
              <a:t> 작가 </a:t>
            </a:r>
            <a:r>
              <a:rPr lang="en-US" altLang="ko-KR" sz="1400" b="1" dirty="0">
                <a:solidFill>
                  <a:schemeClr val="tx1"/>
                </a:solidFill>
              </a:rPr>
              <a:t>(39)</a:t>
            </a:r>
            <a:endParaRPr lang="ko-KR" altLang="en-US" sz="1400" b="1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414BA08-F5FE-4338-AAE8-536AFD2FC650}"/>
              </a:ext>
            </a:extLst>
          </p:cNvPr>
          <p:cNvSpPr/>
          <p:nvPr/>
        </p:nvSpPr>
        <p:spPr>
          <a:xfrm>
            <a:off x="486562" y="5591263"/>
            <a:ext cx="1789432" cy="385893"/>
          </a:xfrm>
          <a:prstGeom prst="rect">
            <a:avLst/>
          </a:prstGeom>
          <a:solidFill>
            <a:srgbClr val="F5F5DC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 dirty="0">
                <a:solidFill>
                  <a:schemeClr val="tx1"/>
                </a:solidFill>
              </a:rPr>
              <a:t> 캐릭터 </a:t>
            </a:r>
            <a:r>
              <a:rPr lang="en-US" altLang="ko-KR" sz="1400" b="1" dirty="0">
                <a:solidFill>
                  <a:schemeClr val="tx1"/>
                </a:solidFill>
              </a:rPr>
              <a:t>(98)</a:t>
            </a:r>
            <a:endParaRPr lang="ko-KR" altLang="en-US" sz="1400" b="1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6887DF-C7FA-4D98-9B75-CAAD230023A3}"/>
              </a:ext>
            </a:extLst>
          </p:cNvPr>
          <p:cNvSpPr txBox="1"/>
          <p:nvPr/>
        </p:nvSpPr>
        <p:spPr>
          <a:xfrm>
            <a:off x="562063" y="2453696"/>
            <a:ext cx="10839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MMM</a:t>
            </a:r>
            <a:r>
              <a:rPr lang="en-US" altLang="ko-KR" sz="1200" dirty="0"/>
              <a:t> </a:t>
            </a:r>
            <a:r>
              <a:rPr lang="en-US" altLang="ko-KR" sz="1200" b="1" dirty="0"/>
              <a:t>( 29 )</a:t>
            </a:r>
            <a:endParaRPr lang="ko-KR" altLang="en-US" sz="12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76D786-178B-4C70-9D58-205BB2EBDD35}"/>
              </a:ext>
            </a:extLst>
          </p:cNvPr>
          <p:cNvSpPr txBox="1"/>
          <p:nvPr/>
        </p:nvSpPr>
        <p:spPr>
          <a:xfrm>
            <a:off x="562063" y="2878223"/>
            <a:ext cx="10983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 err="1"/>
              <a:t>하군하</a:t>
            </a:r>
            <a:r>
              <a:rPr lang="en-US" altLang="ko-KR" sz="1200" dirty="0"/>
              <a:t> </a:t>
            </a:r>
            <a:r>
              <a:rPr lang="en-US" altLang="ko-KR" sz="1200" b="1" dirty="0"/>
              <a:t>( 18 )</a:t>
            </a:r>
            <a:endParaRPr lang="ko-KR" altLang="en-US" sz="12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A7C299-FFFC-480B-A744-5D5B316063C7}"/>
              </a:ext>
            </a:extLst>
          </p:cNvPr>
          <p:cNvSpPr txBox="1"/>
          <p:nvPr/>
        </p:nvSpPr>
        <p:spPr>
          <a:xfrm>
            <a:off x="562063" y="3300485"/>
            <a:ext cx="17139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 err="1"/>
              <a:t>정신병자삐칠이</a:t>
            </a:r>
            <a:r>
              <a:rPr lang="ko-KR" altLang="en-US" sz="1200" b="1" dirty="0"/>
              <a:t> </a:t>
            </a:r>
            <a:r>
              <a:rPr lang="en-US" altLang="ko-KR" sz="1200" b="1" dirty="0"/>
              <a:t>( 23 )</a:t>
            </a:r>
            <a:endParaRPr lang="ko-KR" altLang="en-US" sz="1200" b="1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3F8D0F7-02CA-4B4D-A78E-67AF927FFC52}"/>
              </a:ext>
            </a:extLst>
          </p:cNvPr>
          <p:cNvSpPr/>
          <p:nvPr/>
        </p:nvSpPr>
        <p:spPr>
          <a:xfrm>
            <a:off x="3170727" y="1115737"/>
            <a:ext cx="576252" cy="595618"/>
          </a:xfrm>
          <a:prstGeom prst="rect">
            <a:avLst/>
          </a:prstGeom>
          <a:solidFill>
            <a:srgbClr val="F5F5D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BD08865-B20A-4190-958A-BDFC1354EF1A}"/>
              </a:ext>
            </a:extLst>
          </p:cNvPr>
          <p:cNvSpPr txBox="1"/>
          <p:nvPr/>
        </p:nvSpPr>
        <p:spPr>
          <a:xfrm>
            <a:off x="3130077" y="1349854"/>
            <a:ext cx="6575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/>
              <a:t>순한 맛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CC7A805-8556-4578-8E37-D25EB2E05E75}"/>
              </a:ext>
            </a:extLst>
          </p:cNvPr>
          <p:cNvSpPr/>
          <p:nvPr/>
        </p:nvSpPr>
        <p:spPr>
          <a:xfrm>
            <a:off x="3150402" y="1627467"/>
            <a:ext cx="637227" cy="595618"/>
          </a:xfrm>
          <a:prstGeom prst="rect">
            <a:avLst/>
          </a:prstGeom>
          <a:solidFill>
            <a:srgbClr val="F5F5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B9A110A-16F0-4B82-818D-8764689EA57F}"/>
              </a:ext>
            </a:extLst>
          </p:cNvPr>
          <p:cNvSpPr/>
          <p:nvPr/>
        </p:nvSpPr>
        <p:spPr>
          <a:xfrm>
            <a:off x="3746978" y="1024235"/>
            <a:ext cx="798617" cy="595618"/>
          </a:xfrm>
          <a:prstGeom prst="rect">
            <a:avLst/>
          </a:prstGeom>
          <a:solidFill>
            <a:srgbClr val="F5F5D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9FD70DD-61B7-49D7-B991-FCB44789299D}"/>
              </a:ext>
            </a:extLst>
          </p:cNvPr>
          <p:cNvSpPr txBox="1"/>
          <p:nvPr/>
        </p:nvSpPr>
        <p:spPr>
          <a:xfrm>
            <a:off x="3746979" y="1341465"/>
            <a:ext cx="79861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/>
              <a:t>매콤한 맛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AC75A11-3A13-4B15-A6F2-06957C83552A}"/>
              </a:ext>
            </a:extLst>
          </p:cNvPr>
          <p:cNvSpPr/>
          <p:nvPr/>
        </p:nvSpPr>
        <p:spPr>
          <a:xfrm>
            <a:off x="4545595" y="1024235"/>
            <a:ext cx="657551" cy="595618"/>
          </a:xfrm>
          <a:prstGeom prst="rect">
            <a:avLst/>
          </a:prstGeom>
          <a:solidFill>
            <a:srgbClr val="F5F5D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C9FDF54-C4BB-4A94-9049-5126D0B07E3B}"/>
              </a:ext>
            </a:extLst>
          </p:cNvPr>
          <p:cNvSpPr txBox="1"/>
          <p:nvPr/>
        </p:nvSpPr>
        <p:spPr>
          <a:xfrm>
            <a:off x="4545594" y="1349854"/>
            <a:ext cx="6575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/>
              <a:t>매운 맛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4E7CFBC-B3E3-4D90-AA26-0D9A0E290155}"/>
              </a:ext>
            </a:extLst>
          </p:cNvPr>
          <p:cNvSpPr/>
          <p:nvPr/>
        </p:nvSpPr>
        <p:spPr>
          <a:xfrm>
            <a:off x="0" y="1"/>
            <a:ext cx="12192000" cy="133385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2827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C8729BE-AB31-4E9B-A2B8-913EBA6DDAC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6A3493-375A-47D3-8C7B-AFAE6F09C716}"/>
              </a:ext>
            </a:extLst>
          </p:cNvPr>
          <p:cNvSpPr txBox="1"/>
          <p:nvPr/>
        </p:nvSpPr>
        <p:spPr>
          <a:xfrm>
            <a:off x="155481" y="70010"/>
            <a:ext cx="7152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HIC</a:t>
            </a:r>
            <a:endParaRPr lang="ko-KR" altLang="en-US" sz="2400" b="1" dirty="0"/>
          </a:p>
        </p:txBody>
      </p:sp>
      <p:pic>
        <p:nvPicPr>
          <p:cNvPr id="3" name="그림 2" descr="노트북이(가) 표시된 사진&#10;&#10;자동 생성된 설명">
            <a:extLst>
              <a:ext uri="{FF2B5EF4-FFF2-40B4-BE49-F238E27FC236}">
                <a16:creationId xmlns:a16="http://schemas.microsoft.com/office/drawing/2014/main" id="{A3D3E238-16F7-473D-94B0-CCC3848F1B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597" y="195848"/>
            <a:ext cx="259250" cy="226766"/>
          </a:xfrm>
          <a:prstGeom prst="rect">
            <a:avLst/>
          </a:prstGeom>
        </p:spPr>
      </p:pic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B7D42B28-A7DC-456A-BF07-1C18C3AE1EF2}"/>
              </a:ext>
            </a:extLst>
          </p:cNvPr>
          <p:cNvCxnSpPr>
            <a:cxnSpLocks/>
          </p:cNvCxnSpPr>
          <p:nvPr/>
        </p:nvCxnSpPr>
        <p:spPr>
          <a:xfrm>
            <a:off x="0" y="654341"/>
            <a:ext cx="12192000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37371CB-11FE-4357-8A78-0942D3AC4D4A}"/>
              </a:ext>
            </a:extLst>
          </p:cNvPr>
          <p:cNvSpPr/>
          <p:nvPr/>
        </p:nvSpPr>
        <p:spPr>
          <a:xfrm>
            <a:off x="2214693" y="111693"/>
            <a:ext cx="956346" cy="399777"/>
          </a:xfrm>
          <a:prstGeom prst="rect">
            <a:avLst/>
          </a:prstGeom>
          <a:solidFill>
            <a:srgbClr val="F5F5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순한 맛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FF86DB6-F649-4801-A6A8-760D7D937FA3}"/>
              </a:ext>
            </a:extLst>
          </p:cNvPr>
          <p:cNvSpPr/>
          <p:nvPr/>
        </p:nvSpPr>
        <p:spPr>
          <a:xfrm>
            <a:off x="3171039" y="111693"/>
            <a:ext cx="1208014" cy="399777"/>
          </a:xfrm>
          <a:prstGeom prst="rect">
            <a:avLst/>
          </a:prstGeom>
          <a:solidFill>
            <a:srgbClr val="F5F5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>
                <a:solidFill>
                  <a:schemeClr val="tx1"/>
                </a:solidFill>
              </a:rPr>
              <a:t>매콤한 맛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87A205C-8FDD-4B55-B587-E67E55AAE049}"/>
              </a:ext>
            </a:extLst>
          </p:cNvPr>
          <p:cNvSpPr/>
          <p:nvPr/>
        </p:nvSpPr>
        <p:spPr>
          <a:xfrm>
            <a:off x="4379053" y="111693"/>
            <a:ext cx="956346" cy="399777"/>
          </a:xfrm>
          <a:prstGeom prst="rect">
            <a:avLst/>
          </a:prstGeom>
          <a:solidFill>
            <a:srgbClr val="F5F5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>
                <a:solidFill>
                  <a:schemeClr val="tx1"/>
                </a:solidFill>
              </a:rPr>
              <a:t>매운 맛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1876C23-B946-4EC6-A69D-4E4DBD3C63A2}"/>
              </a:ext>
            </a:extLst>
          </p:cNvPr>
          <p:cNvSpPr/>
          <p:nvPr/>
        </p:nvSpPr>
        <p:spPr>
          <a:xfrm>
            <a:off x="5335399" y="111693"/>
            <a:ext cx="760601" cy="399777"/>
          </a:xfrm>
          <a:prstGeom prst="rect">
            <a:avLst/>
          </a:prstGeom>
          <a:solidFill>
            <a:srgbClr val="F5F5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>
                <a:solidFill>
                  <a:schemeClr val="tx1"/>
                </a:solidFill>
              </a:rPr>
              <a:t>모두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4134B372-5CE4-473D-8B11-8507686D44D5}"/>
              </a:ext>
            </a:extLst>
          </p:cNvPr>
          <p:cNvCxnSpPr/>
          <p:nvPr/>
        </p:nvCxnSpPr>
        <p:spPr>
          <a:xfrm>
            <a:off x="2038525" y="654341"/>
            <a:ext cx="0" cy="62036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75ED81A9-753D-46E1-B17F-02288D6F9968}"/>
              </a:ext>
            </a:extLst>
          </p:cNvPr>
          <p:cNvSpPr txBox="1"/>
          <p:nvPr/>
        </p:nvSpPr>
        <p:spPr>
          <a:xfrm>
            <a:off x="553674" y="1076955"/>
            <a:ext cx="11361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작가 </a:t>
            </a:r>
            <a:r>
              <a:rPr lang="en-US" altLang="ko-KR" sz="1400" b="1" dirty="0"/>
              <a:t>( 39 )</a:t>
            </a:r>
            <a:endParaRPr lang="ko-KR" altLang="en-US" sz="1400" b="1" dirty="0"/>
          </a:p>
        </p:txBody>
      </p:sp>
      <p:pic>
        <p:nvPicPr>
          <p:cNvPr id="24" name="그림 23" descr="노트북이(가) 표시된 사진&#10;&#10;자동 생성된 설명">
            <a:extLst>
              <a:ext uri="{FF2B5EF4-FFF2-40B4-BE49-F238E27FC236}">
                <a16:creationId xmlns:a16="http://schemas.microsoft.com/office/drawing/2014/main" id="{51841F52-6C4F-44F1-A970-7704254EE5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122" y="1117460"/>
            <a:ext cx="259250" cy="226766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CF0A196E-002E-4B54-8606-52DDEB616EDB}"/>
              </a:ext>
            </a:extLst>
          </p:cNvPr>
          <p:cNvSpPr txBox="1"/>
          <p:nvPr/>
        </p:nvSpPr>
        <p:spPr>
          <a:xfrm>
            <a:off x="553673" y="5321784"/>
            <a:ext cx="12835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캐릭터 </a:t>
            </a:r>
            <a:r>
              <a:rPr lang="en-US" altLang="ko-KR" sz="1400" b="1" dirty="0"/>
              <a:t>( 98 )</a:t>
            </a:r>
            <a:endParaRPr lang="ko-KR" altLang="en-US" sz="1400" b="1" dirty="0"/>
          </a:p>
        </p:txBody>
      </p:sp>
      <p:pic>
        <p:nvPicPr>
          <p:cNvPr id="26" name="그림 25" descr="노트북이(가) 표시된 사진&#10;&#10;자동 생성된 설명">
            <a:extLst>
              <a:ext uri="{FF2B5EF4-FFF2-40B4-BE49-F238E27FC236}">
                <a16:creationId xmlns:a16="http://schemas.microsoft.com/office/drawing/2014/main" id="{78517CD4-013C-483C-8F3C-F051B8B5FA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30122" y="5362289"/>
            <a:ext cx="259250" cy="226766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A7DA0ED5-6015-4833-AEC4-BF23443B21CF}"/>
              </a:ext>
            </a:extLst>
          </p:cNvPr>
          <p:cNvSpPr txBox="1"/>
          <p:nvPr/>
        </p:nvSpPr>
        <p:spPr>
          <a:xfrm>
            <a:off x="230122" y="1635192"/>
            <a:ext cx="10839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MMM</a:t>
            </a:r>
            <a:r>
              <a:rPr lang="en-US" altLang="ko-KR" sz="1200" dirty="0"/>
              <a:t> </a:t>
            </a:r>
            <a:r>
              <a:rPr lang="en-US" altLang="ko-KR" sz="1200" b="1" dirty="0"/>
              <a:t>( 29 )</a:t>
            </a:r>
            <a:endParaRPr lang="ko-KR" altLang="en-US" sz="12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868074B-72D0-4600-924F-1170408A9156}"/>
              </a:ext>
            </a:extLst>
          </p:cNvPr>
          <p:cNvSpPr txBox="1"/>
          <p:nvPr/>
        </p:nvSpPr>
        <p:spPr>
          <a:xfrm>
            <a:off x="223924" y="2110912"/>
            <a:ext cx="10983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 err="1"/>
              <a:t>하군하</a:t>
            </a:r>
            <a:r>
              <a:rPr lang="en-US" altLang="ko-KR" sz="1200" dirty="0"/>
              <a:t> </a:t>
            </a:r>
            <a:r>
              <a:rPr lang="en-US" altLang="ko-KR" sz="1200" b="1" dirty="0"/>
              <a:t>( 18 )</a:t>
            </a:r>
            <a:endParaRPr lang="ko-KR" altLang="en-US" sz="12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8494ADD-CCC3-4AB3-9932-39C8AA651AED}"/>
              </a:ext>
            </a:extLst>
          </p:cNvPr>
          <p:cNvSpPr txBox="1"/>
          <p:nvPr/>
        </p:nvSpPr>
        <p:spPr>
          <a:xfrm>
            <a:off x="223924" y="2583776"/>
            <a:ext cx="17139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 err="1"/>
              <a:t>정신병자삐칠이</a:t>
            </a:r>
            <a:r>
              <a:rPr lang="ko-KR" altLang="en-US" sz="1200" b="1" dirty="0"/>
              <a:t> </a:t>
            </a:r>
            <a:r>
              <a:rPr lang="en-US" altLang="ko-KR" sz="1200" b="1" dirty="0"/>
              <a:t>( 23 )</a:t>
            </a:r>
            <a:endParaRPr lang="ko-KR" altLang="en-US" sz="1200" b="1" dirty="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2B70C3C-F415-4E06-BAC5-03ED2B615D2D}"/>
              </a:ext>
            </a:extLst>
          </p:cNvPr>
          <p:cNvSpPr/>
          <p:nvPr/>
        </p:nvSpPr>
        <p:spPr>
          <a:xfrm>
            <a:off x="10686522" y="111693"/>
            <a:ext cx="1012271" cy="399777"/>
          </a:xfrm>
          <a:prstGeom prst="rect">
            <a:avLst/>
          </a:prstGeom>
          <a:solidFill>
            <a:srgbClr val="F5F5DC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업로드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F182294-4370-4BC8-9B76-BDC247184837}"/>
              </a:ext>
            </a:extLst>
          </p:cNvPr>
          <p:cNvSpPr txBox="1"/>
          <p:nvPr/>
        </p:nvSpPr>
        <p:spPr>
          <a:xfrm>
            <a:off x="223924" y="3056640"/>
            <a:ext cx="3209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…</a:t>
            </a:r>
            <a:endParaRPr lang="ko-KR" altLang="en-US" sz="1200" b="1" dirty="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ABC38BE-98AF-4CE1-8AE1-66294DA81FE2}"/>
              </a:ext>
            </a:extLst>
          </p:cNvPr>
          <p:cNvSpPr/>
          <p:nvPr/>
        </p:nvSpPr>
        <p:spPr>
          <a:xfrm>
            <a:off x="7052346" y="111693"/>
            <a:ext cx="1311478" cy="399777"/>
          </a:xfrm>
          <a:prstGeom prst="rect">
            <a:avLst/>
          </a:prstGeom>
          <a:solidFill>
            <a:srgbClr val="F5F5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일러스트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CE966E8-6580-4ADB-B11B-072D6D8282EA}"/>
              </a:ext>
            </a:extLst>
          </p:cNvPr>
          <p:cNvSpPr/>
          <p:nvPr/>
        </p:nvSpPr>
        <p:spPr>
          <a:xfrm>
            <a:off x="8363824" y="111693"/>
            <a:ext cx="1106475" cy="399777"/>
          </a:xfrm>
          <a:prstGeom prst="rect">
            <a:avLst/>
          </a:prstGeom>
          <a:solidFill>
            <a:srgbClr val="F5F5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만화</a:t>
            </a:r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1495D0F3-97D7-4327-A329-09B21C3204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4590" y="1230843"/>
            <a:ext cx="1016016" cy="1016016"/>
          </a:xfrm>
          <a:prstGeom prst="rect">
            <a:avLst/>
          </a:prstGeom>
        </p:spPr>
      </p:pic>
      <p:pic>
        <p:nvPicPr>
          <p:cNvPr id="39" name="그림 38" descr="그리기이(가) 표시된 사진&#10;&#10;자동 생성된 설명">
            <a:extLst>
              <a:ext uri="{FF2B5EF4-FFF2-40B4-BE49-F238E27FC236}">
                <a16:creationId xmlns:a16="http://schemas.microsoft.com/office/drawing/2014/main" id="{10C35731-0410-4DB5-A7AB-1690EFA6DB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0093" y="1230843"/>
            <a:ext cx="1016016" cy="1016016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5411128C-20E9-438E-AB4C-3F1187266C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5596" y="1238665"/>
            <a:ext cx="1029525" cy="102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486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C8729BE-AB31-4E9B-A2B8-913EBA6DDAC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2CA6D02E-513D-4164-A56F-E6B4448A24DC}"/>
              </a:ext>
            </a:extLst>
          </p:cNvPr>
          <p:cNvSpPr/>
          <p:nvPr/>
        </p:nvSpPr>
        <p:spPr>
          <a:xfrm>
            <a:off x="161488" y="132125"/>
            <a:ext cx="11869024" cy="6593747"/>
          </a:xfrm>
          <a:prstGeom prst="roundRect">
            <a:avLst>
              <a:gd name="adj" fmla="val 2246"/>
            </a:avLst>
          </a:prstGeom>
          <a:solidFill>
            <a:srgbClr val="F5F5DC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770C2C1-0F77-4E83-9C6F-ADC12A91EE61}"/>
              </a:ext>
            </a:extLst>
          </p:cNvPr>
          <p:cNvSpPr/>
          <p:nvPr/>
        </p:nvSpPr>
        <p:spPr>
          <a:xfrm>
            <a:off x="457199" y="394282"/>
            <a:ext cx="2386669" cy="6069435"/>
          </a:xfrm>
          <a:prstGeom prst="roundRect">
            <a:avLst>
              <a:gd name="adj" fmla="val 3717"/>
            </a:avLst>
          </a:prstGeom>
          <a:solidFill>
            <a:srgbClr val="F5F5DC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42D4978-E613-4F58-865B-E5E139EBC306}"/>
              </a:ext>
            </a:extLst>
          </p:cNvPr>
          <p:cNvSpPr/>
          <p:nvPr/>
        </p:nvSpPr>
        <p:spPr>
          <a:xfrm>
            <a:off x="755009" y="1258347"/>
            <a:ext cx="1789433" cy="4079147"/>
          </a:xfrm>
          <a:prstGeom prst="rect">
            <a:avLst/>
          </a:prstGeom>
          <a:solidFill>
            <a:srgbClr val="F5F5DC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A303B22-0EBC-41EB-825D-2953C466F2B9}"/>
              </a:ext>
            </a:extLst>
          </p:cNvPr>
          <p:cNvSpPr/>
          <p:nvPr/>
        </p:nvSpPr>
        <p:spPr>
          <a:xfrm>
            <a:off x="755010" y="872455"/>
            <a:ext cx="1789432" cy="385893"/>
          </a:xfrm>
          <a:prstGeom prst="rect">
            <a:avLst/>
          </a:prstGeom>
          <a:solidFill>
            <a:srgbClr val="F5F5DC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 dirty="0">
                <a:solidFill>
                  <a:schemeClr val="tx1"/>
                </a:solidFill>
              </a:rPr>
              <a:t> 작가 </a:t>
            </a:r>
            <a:r>
              <a:rPr lang="en-US" altLang="ko-KR" sz="1400" b="1" dirty="0">
                <a:solidFill>
                  <a:schemeClr val="tx1"/>
                </a:solidFill>
              </a:rPr>
              <a:t>(39)</a:t>
            </a:r>
            <a:endParaRPr lang="ko-KR" altLang="en-US" sz="1400" b="1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414BA08-F5FE-4338-AAE8-536AFD2FC650}"/>
              </a:ext>
            </a:extLst>
          </p:cNvPr>
          <p:cNvSpPr/>
          <p:nvPr/>
        </p:nvSpPr>
        <p:spPr>
          <a:xfrm>
            <a:off x="755010" y="5599652"/>
            <a:ext cx="1789432" cy="385893"/>
          </a:xfrm>
          <a:prstGeom prst="rect">
            <a:avLst/>
          </a:prstGeom>
          <a:solidFill>
            <a:srgbClr val="F5F5DC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 dirty="0">
                <a:solidFill>
                  <a:schemeClr val="tx1"/>
                </a:solidFill>
              </a:rPr>
              <a:t> 캐릭터 </a:t>
            </a:r>
            <a:r>
              <a:rPr lang="en-US" altLang="ko-KR" sz="1400" b="1" dirty="0">
                <a:solidFill>
                  <a:schemeClr val="tx1"/>
                </a:solidFill>
              </a:rPr>
              <a:t>(98)</a:t>
            </a:r>
            <a:endParaRPr lang="ko-KR" altLang="en-US" sz="1400" b="1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6887DF-C7FA-4D98-9B75-CAAD230023A3}"/>
              </a:ext>
            </a:extLst>
          </p:cNvPr>
          <p:cNvSpPr txBox="1"/>
          <p:nvPr/>
        </p:nvSpPr>
        <p:spPr>
          <a:xfrm>
            <a:off x="830511" y="1358933"/>
            <a:ext cx="10839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MMM</a:t>
            </a:r>
            <a:r>
              <a:rPr lang="en-US" altLang="ko-KR" sz="1200" dirty="0"/>
              <a:t> </a:t>
            </a:r>
            <a:r>
              <a:rPr lang="en-US" altLang="ko-KR" sz="1200" b="1" dirty="0"/>
              <a:t>( 29 )</a:t>
            </a:r>
            <a:endParaRPr lang="ko-KR" altLang="en-US" sz="12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76D786-178B-4C70-9D58-205BB2EBDD35}"/>
              </a:ext>
            </a:extLst>
          </p:cNvPr>
          <p:cNvSpPr txBox="1"/>
          <p:nvPr/>
        </p:nvSpPr>
        <p:spPr>
          <a:xfrm>
            <a:off x="830511" y="1783460"/>
            <a:ext cx="10983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 err="1"/>
              <a:t>하군하</a:t>
            </a:r>
            <a:r>
              <a:rPr lang="en-US" altLang="ko-KR" sz="1200" dirty="0"/>
              <a:t> </a:t>
            </a:r>
            <a:r>
              <a:rPr lang="en-US" altLang="ko-KR" sz="1200" b="1" dirty="0"/>
              <a:t>( 18 )</a:t>
            </a:r>
            <a:endParaRPr lang="ko-KR" altLang="en-US" sz="12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A7C299-FFFC-480B-A744-5D5B316063C7}"/>
              </a:ext>
            </a:extLst>
          </p:cNvPr>
          <p:cNvSpPr txBox="1"/>
          <p:nvPr/>
        </p:nvSpPr>
        <p:spPr>
          <a:xfrm>
            <a:off x="830511" y="2205722"/>
            <a:ext cx="17139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 err="1"/>
              <a:t>정신병자삐칠이</a:t>
            </a:r>
            <a:r>
              <a:rPr lang="ko-KR" altLang="en-US" sz="1200" b="1" dirty="0"/>
              <a:t> </a:t>
            </a:r>
            <a:r>
              <a:rPr lang="en-US" altLang="ko-KR" sz="1200" b="1" dirty="0"/>
              <a:t>( 23 )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2745727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47FCAD-2B2A-43F1-A7C2-7E69AFEB1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A99DCB-833A-4FC9-A74D-8E2718AA72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311877-FA61-445E-A4E4-7D01D253FC7B}"/>
              </a:ext>
            </a:extLst>
          </p:cNvPr>
          <p:cNvSpPr txBox="1"/>
          <p:nvPr/>
        </p:nvSpPr>
        <p:spPr>
          <a:xfrm>
            <a:off x="180648" y="766296"/>
            <a:ext cx="17043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작가 </a:t>
            </a:r>
            <a:r>
              <a:rPr lang="en-US" altLang="ko-KR" sz="2400" b="1" dirty="0"/>
              <a:t>( 39 )</a:t>
            </a:r>
            <a:endParaRPr lang="ko-KR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4497460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86</Words>
  <Application>Microsoft Office PowerPoint</Application>
  <PresentationFormat>와이드스크린</PresentationFormat>
  <Paragraphs>28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성호 손</dc:creator>
  <cp:lastModifiedBy>성호 손</cp:lastModifiedBy>
  <cp:revision>9</cp:revision>
  <dcterms:created xsi:type="dcterms:W3CDTF">2020-02-21T08:44:20Z</dcterms:created>
  <dcterms:modified xsi:type="dcterms:W3CDTF">2020-02-21T10:42:34Z</dcterms:modified>
</cp:coreProperties>
</file>